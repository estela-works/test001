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1C3500-A49F-4B54-4290-88D2CAB35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647E75-CB11-42FC-BE9E-4226B449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147E8B-002E-8F53-5B27-BA01642C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6DFB22-F6CD-593F-B68C-643600E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D57E25-72F7-92B9-CB95-E978447C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58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DC5EF-BC9C-8602-0183-6A6C353C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C2A300-5214-AC1E-2787-AC66AD57A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E1C62A-A24D-D33A-C247-C442407F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C644A-8809-B460-06E8-6181A0B7D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26D02E-CDCC-7303-F9D1-39E5DDD4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98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CDF422-3A1C-8E04-F219-2D15B368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529CD7-16E5-E44C-DA62-8779F9F90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51D89F-CF7E-34D5-D41D-F4028152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F5B59C-F434-4190-5961-3BA092E6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86E35A-9552-E1EC-B975-2A63B1C1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722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5E6FBB-3977-7F2C-0722-81F89EAB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4FCB00-EFF2-D6DD-5B97-ED6349002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D34D8A-5D4A-77DD-C6F4-1DC67F916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91561D-BF58-CFF6-9B42-E68DC61D2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3BD5D0-49FC-3ED7-F1D0-908E0DD4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A3712B-C63C-B925-6145-F75D778F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06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59813-40F1-BBCA-3A33-5F8C8E349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557905-00A7-4FEB-A6D4-D0769AED7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463DA9-3C6D-1336-0151-2FFB39AFE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F4C1CD-0DEF-76B6-92A5-819FE921B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E7BA004-DB08-81FA-5D91-EBB134607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575056-6C2C-E44D-E009-E306AEF8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AC09380-17EE-D407-CB14-1FE337C8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352B70B-F0FF-5CDB-8C93-8DF69B4C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72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8FF44E-2D4F-7005-4543-1ED9FC77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944672-FC98-869E-6F10-9B40E0C1C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BE4EAC8-335E-0653-9B30-153E66F9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089444-1E3D-E6F8-7E9D-3E2FDE3F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5379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FEE6F9C-9942-1505-F116-6B8AB5D3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E35E58C-CD22-F234-13FC-223F3D806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26D234-A68D-1835-234F-E413B5B3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0537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E2F56D-878E-A33A-2864-B8C77B5A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F8D47-C2F5-B999-B7AE-76339768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96D7E4-DD0D-13B7-61C5-4F39A568D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853664-8BC0-4C25-AD5B-2724BF3C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3752FB-33E5-D2C1-8542-1E7EF1C4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12F911-64A7-6EA6-023A-FA50BCC0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34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BFCFA2-0CFF-59FA-CDD1-5CD90EC3B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83C85B-2080-5629-841E-EC33ECF52D8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6754E7-1F66-1C2E-D26A-FB293DF40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2BA332-B982-FE36-9069-3551DFDE0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52319E-4E3E-E653-35E1-9C908C34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555D01-7234-5D15-86E9-0B1E1F4B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BBC1A8-4239-8C78-4325-C5C7BA34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B0EDD9-479B-5A33-2F12-3C4EEED4B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D7DE14-7E89-C077-BA29-32261CD2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9F54D7-1194-487D-8529-E04C1EBF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BFF0E4-C65D-5DEC-F3C6-C0590E33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507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DDE236E-963E-9388-6DCF-4E611C413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DE2E7D-7857-D4AA-BF26-3C8E0245B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C90BA1-543D-FEDA-7720-AE0D6EC7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0CE02B-4B66-4F3E-0EEA-5736A41F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645E11-0C4C-88AF-0086-15CEDB731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76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6D439F5-D281-1C95-2211-5DB4D096A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EB025D-3C1D-41E5-52D2-8FDF56A9C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AEC6F5-1A7F-A4B2-B2E5-7ABEE308B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73F504-7BDE-4A36-A7C3-9087DE1051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3F8628-5062-D33F-CE8B-7507B88A9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14B4B1-D5FC-473F-8CF4-0B5102E02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3F70B-E342-453E-A345-694D889FC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99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ページ">
            <a:extLst>
              <a:ext uri="{FF2B5EF4-FFF2-40B4-BE49-F238E27FC236}">
                <a16:creationId xmlns:a16="http://schemas.microsoft.com/office/drawing/2014/main" id="{F6570996-DCE6-3473-2F60-50C31CE272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4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2ページ">
            <a:extLst>
              <a:ext uri="{FF2B5EF4-FFF2-40B4-BE49-F238E27FC236}">
                <a16:creationId xmlns:a16="http://schemas.microsoft.com/office/drawing/2014/main" id="{D7B331C4-BF9C-8A6B-420A-39127D27F6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5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3ページ">
            <a:extLst>
              <a:ext uri="{FF2B5EF4-FFF2-40B4-BE49-F238E27FC236}">
                <a16:creationId xmlns:a16="http://schemas.microsoft.com/office/drawing/2014/main" id="{A30B0479-E097-EB61-1A66-26AB69DDF1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8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4ページ">
            <a:extLst>
              <a:ext uri="{FF2B5EF4-FFF2-40B4-BE49-F238E27FC236}">
                <a16:creationId xmlns:a16="http://schemas.microsoft.com/office/drawing/2014/main" id="{0A5A7901-1657-E147-EABF-096631F087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9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5ページ">
            <a:extLst>
              <a:ext uri="{FF2B5EF4-FFF2-40B4-BE49-F238E27FC236}">
                <a16:creationId xmlns:a16="http://schemas.microsoft.com/office/drawing/2014/main" id="{2C26F366-BF2D-011D-6DC7-7CD65C7472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9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6ページ">
            <a:extLst>
              <a:ext uri="{FF2B5EF4-FFF2-40B4-BE49-F238E27FC236}">
                <a16:creationId xmlns:a16="http://schemas.microsoft.com/office/drawing/2014/main" id="{B4A88F25-7EFD-6E04-020A-4E2985C94C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3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7ページ">
            <a:extLst>
              <a:ext uri="{FF2B5EF4-FFF2-40B4-BE49-F238E27FC236}">
                <a16:creationId xmlns:a16="http://schemas.microsoft.com/office/drawing/2014/main" id="{A78F2F9A-CE5D-BB00-B5D2-9178773AF0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2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8ページ">
            <a:extLst>
              <a:ext uri="{FF2B5EF4-FFF2-40B4-BE49-F238E27FC236}">
                <a16:creationId xmlns:a16="http://schemas.microsoft.com/office/drawing/2014/main" id="{E9F6845D-014B-27F5-6781-639F904267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6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9ページ">
            <a:extLst>
              <a:ext uri="{FF2B5EF4-FFF2-40B4-BE49-F238E27FC236}">
                <a16:creationId xmlns:a16="http://schemas.microsoft.com/office/drawing/2014/main" id="{CA2E4184-0261-A295-3793-7CCB5DD628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08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0ページ">
            <a:extLst>
              <a:ext uri="{FF2B5EF4-FFF2-40B4-BE49-F238E27FC236}">
                <a16:creationId xmlns:a16="http://schemas.microsoft.com/office/drawing/2014/main" id="{9C29D823-4DE7-A826-B63A-EFFA32D807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36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1ページ">
            <a:extLst>
              <a:ext uri="{FF2B5EF4-FFF2-40B4-BE49-F238E27FC236}">
                <a16:creationId xmlns:a16="http://schemas.microsoft.com/office/drawing/2014/main" id="{995CCE9E-F0EE-307F-113B-8F2B93ECBB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88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2ページ">
            <a:extLst>
              <a:ext uri="{FF2B5EF4-FFF2-40B4-BE49-F238E27FC236}">
                <a16:creationId xmlns:a16="http://schemas.microsoft.com/office/drawing/2014/main" id="{62F4B934-F65E-2CED-918A-5E9AF6AAD2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94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3ページ">
            <a:extLst>
              <a:ext uri="{FF2B5EF4-FFF2-40B4-BE49-F238E27FC236}">
                <a16:creationId xmlns:a16="http://schemas.microsoft.com/office/drawing/2014/main" id="{F181AB5D-3066-11B6-BD22-FD21CB6A66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9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4ページ">
            <a:extLst>
              <a:ext uri="{FF2B5EF4-FFF2-40B4-BE49-F238E27FC236}">
                <a16:creationId xmlns:a16="http://schemas.microsoft.com/office/drawing/2014/main" id="{025C95BF-8B76-E25E-7863-C34425C528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46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5ページ">
            <a:extLst>
              <a:ext uri="{FF2B5EF4-FFF2-40B4-BE49-F238E27FC236}">
                <a16:creationId xmlns:a16="http://schemas.microsoft.com/office/drawing/2014/main" id="{07181B61-9444-30AA-19E7-0B8B4F519A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22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6ページ">
            <a:extLst>
              <a:ext uri="{FF2B5EF4-FFF2-40B4-BE49-F238E27FC236}">
                <a16:creationId xmlns:a16="http://schemas.microsoft.com/office/drawing/2014/main" id="{89C5648A-4D79-4B2D-1148-B42396E721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22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7ページ">
            <a:extLst>
              <a:ext uri="{FF2B5EF4-FFF2-40B4-BE49-F238E27FC236}">
                <a16:creationId xmlns:a16="http://schemas.microsoft.com/office/drawing/2014/main" id="{0D03A114-0143-D7C3-BEFE-9292511776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8ページ">
            <a:extLst>
              <a:ext uri="{FF2B5EF4-FFF2-40B4-BE49-F238E27FC236}">
                <a16:creationId xmlns:a16="http://schemas.microsoft.com/office/drawing/2014/main" id="{19EBD595-4319-B1A2-E243-889B0A402C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58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19ページ">
            <a:extLst>
              <a:ext uri="{FF2B5EF4-FFF2-40B4-BE49-F238E27FC236}">
                <a16:creationId xmlns:a16="http://schemas.microsoft.com/office/drawing/2014/main" id="{42EBEFCF-2CEF-7D19-56EE-A3E93D36A7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05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20ページ">
            <a:extLst>
              <a:ext uri="{FF2B5EF4-FFF2-40B4-BE49-F238E27FC236}">
                <a16:creationId xmlns:a16="http://schemas.microsoft.com/office/drawing/2014/main" id="{FC736A5A-9CA8-773B-8F37-96B4196D4E6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32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21ページ">
            <a:extLst>
              <a:ext uri="{FF2B5EF4-FFF2-40B4-BE49-F238E27FC236}">
                <a16:creationId xmlns:a16="http://schemas.microsoft.com/office/drawing/2014/main" id="{5640EA1B-83DE-8B29-CDD9-373A0A75EE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3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短縮版の第22ページ">
            <a:extLst>
              <a:ext uri="{FF2B5EF4-FFF2-40B4-BE49-F238E27FC236}">
                <a16:creationId xmlns:a16="http://schemas.microsoft.com/office/drawing/2014/main" id="{8409E7E3-7E5C-2601-425D-0ABFA8DF54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1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ユーザー設定</PresentationFormat>
  <Paragraphs>0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卓 春風</dc:creator>
  <cp:lastModifiedBy>卓 春風</cp:lastModifiedBy>
  <cp:revision>1</cp:revision>
  <dcterms:created xsi:type="dcterms:W3CDTF">2026-10-19T06:17:45Z</dcterms:created>
  <dcterms:modified xsi:type="dcterms:W3CDTF">2026-10-19T06:17:45Z</dcterms:modified>
</cp:coreProperties>
</file>